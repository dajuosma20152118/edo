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4d855442-233b-e691-5095-892cb9429fd4}">
          <p14:sldIdLst>
            <p14:sldId id="256"/>
            <p14:sldId id="257"/>
          </p14:sldIdLst>
        </p14:section>
        <p14:section name="Detalle por KPI" id="{79295990-16fb-f9c2-e314-85d7b7a04e0e}">
          <p14:sldIdLst>
            <p14:sldId id="258"/>
            <p14:sldId id="259"/>
            <p14:sldId id="260"/>
            <p14:sldId id="261"/>
          </p14:sldIdLst>
        </p14:section>
        <p14:section name="Conclusiones" id="{3d09be09-2d23-582d-16a1-769f391d052b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2E"/>
                </a:solidFill>
                <a:latin typeface="+mn-lt"/>
              </a:rPr>
              <a:t>Tendencia vs. meta (datos de ejemplo)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A7F72"/>
            </a:solidFill>
            <a:ln w="31750" cap="flat">
              <a:solidFill>
                <a:srgbClr val="1A7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7F72"/>
              </a:solidFill>
              <a:ln w="9525" cap="flat">
                <a:solidFill>
                  <a:srgbClr val="1A7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70</c:v>
                </c:pt>
                <c:pt idx="3">
                  <c:v>68</c:v>
                </c:pt>
                <c:pt idx="4">
                  <c:v>74</c:v>
                </c:pt>
                <c:pt idx="5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2E"/>
                </a:solidFill>
                <a:latin typeface="+mn-lt"/>
              </a:rPr>
              <a:t>Tendencia vs. meta (datos de ejemplo)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A7F72"/>
            </a:solidFill>
            <a:ln w="31750" cap="flat">
              <a:solidFill>
                <a:srgbClr val="1A7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7F72"/>
              </a:solidFill>
              <a:ln w="9525" cap="flat">
                <a:solidFill>
                  <a:srgbClr val="1A7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70</c:v>
                </c:pt>
                <c:pt idx="3">
                  <c:v>68</c:v>
                </c:pt>
                <c:pt idx="4">
                  <c:v>74</c:v>
                </c:pt>
                <c:pt idx="5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2E"/>
                </a:solidFill>
                <a:latin typeface="+mn-lt"/>
              </a:rPr>
              <a:t>Tendencia vs. meta (datos de ejemplo)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A7F72"/>
            </a:solidFill>
            <a:ln w="31750" cap="flat">
              <a:solidFill>
                <a:srgbClr val="1A7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7F72"/>
              </a:solidFill>
              <a:ln w="9525" cap="flat">
                <a:solidFill>
                  <a:srgbClr val="1A7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70</c:v>
                </c:pt>
                <c:pt idx="3">
                  <c:v>68</c:v>
                </c:pt>
                <c:pt idx="4">
                  <c:v>74</c:v>
                </c:pt>
                <c:pt idx="5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2E"/>
                </a:solidFill>
                <a:latin typeface="+mn-lt"/>
              </a:rPr>
              <a:t>Tendencia vs. meta (datos de ejemplo)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A7F72"/>
            </a:solidFill>
            <a:ln w="31750" cap="flat">
              <a:solidFill>
                <a:srgbClr val="1A7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7F72"/>
              </a:solidFill>
              <a:ln w="9525" cap="flat">
                <a:solidFill>
                  <a:srgbClr val="1A7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70</c:v>
                </c:pt>
                <c:pt idx="3">
                  <c:v>68</c:v>
                </c:pt>
                <c:pt idx="4">
                  <c:v>74</c:v>
                </c:pt>
                <c:pt idx="5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Sustituye los textos entre corchetes: área o equipo, periodo evaluado, tu nombre y la fecha de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general en 30 segundos. Por cada KPI escribe nombre, valor actual y meta. Cambia el color del punto de estado: verde = en meta, ámbar = en riesgo, rojo = fuera de meta (usa la leyenda inferior como referencia). El mensaje principal debe ser la idea que quieres que el equipo recuerde.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1. Explica: 1) qué mide y cómo se calcula, 2) valor actual frente a la meta, 3) tendencia, 4) causa principal, 5) acción concreta. Para cargar tus datos en el gráfico: clic derecho sobre el gráfico &gt; Editar datos. Los valores actuales son solo de ejemplo. Si tienes más de 4 KPIs, duplica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2. Explica: 1) qué mide y cómo se calcula, 2) valor actual frente a la meta, 3) tendencia, 4) causa principal, 5) acción concreta. Para cargar tus datos en el gráfico: clic derecho sobre el gráfico &gt; Editar datos. Los valores actuales son solo de ejemplo. Si tienes más de 4 KPIs, duplica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3. Explica: 1) qué mide y cómo se calcula, 2) valor actual frente a la meta, 3) tendencia, 4) causa principal, 5) acción concreta. Para cargar tus datos en el gráfico: clic derecho sobre el gráfico &gt; Editar datos. Los valores actuales son solo de ejemplo. Si tienes más de 4 KPIs, duplica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4. Explica: 1) qué mide y cómo se calcula, 2) valor actual frente a la meta, 3) tendencia, 4) causa principal, 5) acción concreta. Para cargar tus datos en el gráfico: clic derecho sobre el gráfico &gt; Editar datos. Los valores actuales son solo de ejemplo. Si tienes más de 4 KPIs, duplica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análisis destacando lo positivo primero y luego lo que hay que mejorar. Reconoce a las personas o equipos que contribuyeron.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debe tener un responsable y una fecha. Así, en la próxima revisión, podrán comprobar el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el espacio para preguntas y comentarios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</a:rPr>
              <a:t>[Empresa / Área] · Revisión de KPIs · [Periodo]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Resultados de KPIs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[Área / Equipo] · [Periodo: mes, trimestre o año]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[Nombre del presentador] · [Fecha]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Resumen general</a:t>
            </a:r>
            <a:endParaRPr lang="en-US" sz="3400" dirty="0"/>
          </a:p>
        </p:txBody>
      </p:sp>
      <p:sp>
        <p:nvSpPr>
          <p:cNvPr id="3" name="Mensaje principal fondo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4" name="Mensaje principal"/>
          <p:cNvSpPr txBox="1"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Mensaje principal: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[Una frase con la conclusión del periodo, p. ej. «3 de 4 KPIs en meta»]</a:t>
            </a:r>
            <a:endParaRPr lang="en-US" sz="1500" dirty="0"/>
          </a:p>
        </p:txBody>
      </p:sp>
      <p:sp>
        <p:nvSpPr>
          <p:cNvPr id="5" name="Tarjeta KPI 1"/>
          <p:cNvSpPr/>
          <p:nvPr/>
        </p:nvSpPr>
        <p:spPr>
          <a:xfrm>
            <a:off x="457200" y="1965960"/>
            <a:ext cx="1851660" cy="224028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írculo ícono KPI 1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Ícono KPI 1" descr="Ícono del K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2539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743200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[Nombre del KPI 1]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063240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[00%]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56616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</a:rPr>
              <a:t>Meta: [00%]</a:t>
            </a:r>
            <a:endParaRPr lang="en-US" sz="1200" dirty="0"/>
          </a:p>
        </p:txBody>
      </p:sp>
      <p:sp>
        <p:nvSpPr>
          <p:cNvPr id="11" name="Estado KPI 1"/>
          <p:cNvSpPr/>
          <p:nvPr/>
        </p:nvSpPr>
        <p:spPr>
          <a:xfrm>
            <a:off x="640080" y="3886200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831336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13" name="Tarjeta KPI 2"/>
          <p:cNvSpPr/>
          <p:nvPr/>
        </p:nvSpPr>
        <p:spPr>
          <a:xfrm>
            <a:off x="2583180" y="1965960"/>
            <a:ext cx="1851660" cy="224028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Círculo ícono KPI 2"/>
          <p:cNvSpPr/>
          <p:nvPr/>
        </p:nvSpPr>
        <p:spPr>
          <a:xfrm>
            <a:off x="27660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Ícono KPI 2" descr="Ícono del K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225399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66060" y="2743200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[Nombre del KPI 2]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766060" y="3063240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[00%]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2766060" y="356616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</a:rPr>
              <a:t>Meta: [00%]</a:t>
            </a:r>
            <a:endParaRPr lang="en-US" sz="1200" dirty="0"/>
          </a:p>
        </p:txBody>
      </p:sp>
      <p:sp>
        <p:nvSpPr>
          <p:cNvPr id="19" name="Estado KPI 2"/>
          <p:cNvSpPr/>
          <p:nvPr/>
        </p:nvSpPr>
        <p:spPr>
          <a:xfrm>
            <a:off x="2766060" y="3886200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2994660" y="3831336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21" name="Tarjeta KPI 3"/>
          <p:cNvSpPr/>
          <p:nvPr/>
        </p:nvSpPr>
        <p:spPr>
          <a:xfrm>
            <a:off x="4709160" y="1965960"/>
            <a:ext cx="1851660" cy="224028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Círculo ícono KPI 3"/>
          <p:cNvSpPr/>
          <p:nvPr/>
        </p:nvSpPr>
        <p:spPr>
          <a:xfrm>
            <a:off x="489204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Ícono KPI 3" descr="Ícono del KP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6" y="225399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892040" y="2743200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[Nombre del KPI 3]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892040" y="3063240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[00%]</a:t>
            </a:r>
            <a:endParaRPr lang="en-US" sz="3000" dirty="0"/>
          </a:p>
        </p:txBody>
      </p:sp>
      <p:sp>
        <p:nvSpPr>
          <p:cNvPr id="26" name="Text 21"/>
          <p:cNvSpPr txBox="1"/>
          <p:nvPr/>
        </p:nvSpPr>
        <p:spPr>
          <a:xfrm>
            <a:off x="4892040" y="356616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</a:rPr>
              <a:t>Meta: [00%]</a:t>
            </a:r>
            <a:endParaRPr lang="en-US" sz="1200" dirty="0"/>
          </a:p>
        </p:txBody>
      </p:sp>
      <p:sp>
        <p:nvSpPr>
          <p:cNvPr id="27" name="Estado KPI 3"/>
          <p:cNvSpPr/>
          <p:nvPr/>
        </p:nvSpPr>
        <p:spPr>
          <a:xfrm>
            <a:off x="4892040" y="3886200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5120640" y="3831336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29" name="Tarjeta KPI 4"/>
          <p:cNvSpPr/>
          <p:nvPr/>
        </p:nvSpPr>
        <p:spPr>
          <a:xfrm>
            <a:off x="6835140" y="1965960"/>
            <a:ext cx="1851660" cy="224028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Círculo ícono KPI 4"/>
          <p:cNvSpPr/>
          <p:nvPr/>
        </p:nvSpPr>
        <p:spPr>
          <a:xfrm>
            <a:off x="701802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Ícono KPI 4" descr="Ícono del KP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2253996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018020" y="2743200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[Nombre del KPI 4]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7018020" y="3063240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[00%]</a:t>
            </a:r>
            <a:endParaRPr lang="en-US" sz="3000" dirty="0"/>
          </a:p>
        </p:txBody>
      </p:sp>
      <p:sp>
        <p:nvSpPr>
          <p:cNvPr id="34" name="Text 28"/>
          <p:cNvSpPr txBox="1"/>
          <p:nvPr/>
        </p:nvSpPr>
        <p:spPr>
          <a:xfrm>
            <a:off x="7018020" y="356616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</a:rPr>
              <a:t>Meta: [00%]</a:t>
            </a:r>
            <a:endParaRPr lang="en-US" sz="1200" dirty="0"/>
          </a:p>
        </p:txBody>
      </p:sp>
      <p:sp>
        <p:nvSpPr>
          <p:cNvPr id="35" name="Estado KPI 4"/>
          <p:cNvSpPr/>
          <p:nvPr/>
        </p:nvSpPr>
        <p:spPr>
          <a:xfrm>
            <a:off x="7018020" y="3886200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7246620" y="3831336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37" name="Leyenda En meta"/>
          <p:cNvSpPr/>
          <p:nvPr/>
        </p:nvSpPr>
        <p:spPr>
          <a:xfrm>
            <a:off x="457200" y="440740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658368" y="43525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</a:rPr>
              <a:t>En meta</a:t>
            </a:r>
            <a:endParaRPr lang="en-US" sz="1100" dirty="0"/>
          </a:p>
        </p:txBody>
      </p:sp>
      <p:sp>
        <p:nvSpPr>
          <p:cNvPr id="39" name="Leyenda En riesgo"/>
          <p:cNvSpPr/>
          <p:nvPr/>
        </p:nvSpPr>
        <p:spPr>
          <a:xfrm>
            <a:off x="1920240" y="4407408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2121408" y="43525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</a:rPr>
              <a:t>En riesgo</a:t>
            </a:r>
            <a:endParaRPr lang="en-US" sz="1100" dirty="0"/>
          </a:p>
        </p:txBody>
      </p:sp>
      <p:sp>
        <p:nvSpPr>
          <p:cNvPr id="41" name="Leyenda Fuera de meta"/>
          <p:cNvSpPr/>
          <p:nvPr/>
        </p:nvSpPr>
        <p:spPr>
          <a:xfrm>
            <a:off x="3383280" y="4407408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3584448" y="43525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</a:rPr>
              <a:t>Fuera de meta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KPI 1 · [Nombre del KPI]</a:t>
            </a:r>
            <a:endParaRPr lang="en-US" sz="3400" dirty="0"/>
          </a:p>
        </p:txBody>
      </p:sp>
      <p:graphicFrame>
        <p:nvGraphicFramePr>
          <p:cNvPr id="3" name="Gráfico KPI 1" descr=""/>
          <p:cNvGraphicFramePr/>
          <p:nvPr/>
        </p:nvGraphicFramePr>
        <p:xfrm>
          <a:off x="457200" y="114300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valor actual"/>
          <p:cNvSpPr/>
          <p:nvPr/>
        </p:nvSpPr>
        <p:spPr>
          <a:xfrm>
            <a:off x="5212080" y="1143000"/>
            <a:ext cx="34747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0"/>
                </a:solidFill>
              </a:rPr>
              <a:t>VALOR ACTUAL</a:t>
            </a:r>
            <a:endParaRPr lang="en-US" sz="1100" dirty="0"/>
          </a:p>
        </p:txBody>
      </p:sp>
      <p:sp>
        <p:nvSpPr>
          <p:cNvPr id="6" name="Estado"/>
          <p:cNvSpPr/>
          <p:nvPr/>
        </p:nvSpPr>
        <p:spPr>
          <a:xfrm>
            <a:off x="7360920" y="1307592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71232" y="1252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490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[00%]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Meta: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[00%]  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Variación: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[±0 pts]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Hallazgos clave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8529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[Qué pasó en el periodo]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[Causa principal del resultado]</a:t>
            </a:r>
            <a:endParaRPr lang="en-US" sz="1400" dirty="0"/>
          </a:p>
        </p:txBody>
      </p:sp>
      <p:sp>
        <p:nvSpPr>
          <p:cNvPr id="12" name="Acción fondo"/>
          <p:cNvSpPr/>
          <p:nvPr/>
        </p:nvSpPr>
        <p:spPr>
          <a:xfrm>
            <a:off x="5212080" y="3794760"/>
            <a:ext cx="34747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3" name="Acción"/>
          <p:cNvSpPr txBox="1"/>
          <p:nvPr/>
        </p:nvSpPr>
        <p:spPr>
          <a:xfrm>
            <a:off x="539496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Acción: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[Qué haremos para mejorar o mantener el resultado]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KPI 2 · [Nombre del KPI]</a:t>
            </a:r>
            <a:endParaRPr lang="en-US" sz="3400" dirty="0"/>
          </a:p>
        </p:txBody>
      </p:sp>
      <p:graphicFrame>
        <p:nvGraphicFramePr>
          <p:cNvPr id="3" name="Gráfico KPI 2" descr=""/>
          <p:cNvGraphicFramePr/>
          <p:nvPr/>
        </p:nvGraphicFramePr>
        <p:xfrm>
          <a:off x="457200" y="114300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valor actual"/>
          <p:cNvSpPr/>
          <p:nvPr/>
        </p:nvSpPr>
        <p:spPr>
          <a:xfrm>
            <a:off x="5212080" y="1143000"/>
            <a:ext cx="34747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0"/>
                </a:solidFill>
              </a:rPr>
              <a:t>VALOR ACTUAL</a:t>
            </a:r>
            <a:endParaRPr lang="en-US" sz="1100" dirty="0"/>
          </a:p>
        </p:txBody>
      </p:sp>
      <p:sp>
        <p:nvSpPr>
          <p:cNvPr id="6" name="Estado"/>
          <p:cNvSpPr/>
          <p:nvPr/>
        </p:nvSpPr>
        <p:spPr>
          <a:xfrm>
            <a:off x="7360920" y="1307592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71232" y="1252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490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[00%]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Meta: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[00%]  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Variación: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[±0 pts]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Hallazgos clave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8529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[Qué pasó en el periodo]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[Causa principal del resultado]</a:t>
            </a:r>
            <a:endParaRPr lang="en-US" sz="1400" dirty="0"/>
          </a:p>
        </p:txBody>
      </p:sp>
      <p:sp>
        <p:nvSpPr>
          <p:cNvPr id="12" name="Acción fondo"/>
          <p:cNvSpPr/>
          <p:nvPr/>
        </p:nvSpPr>
        <p:spPr>
          <a:xfrm>
            <a:off x="5212080" y="3794760"/>
            <a:ext cx="34747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3" name="Acción"/>
          <p:cNvSpPr txBox="1"/>
          <p:nvPr/>
        </p:nvSpPr>
        <p:spPr>
          <a:xfrm>
            <a:off x="539496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Acción: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[Qué haremos para mejorar o mantener el resultado]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KPI 3 · [Nombre del KPI]</a:t>
            </a:r>
            <a:endParaRPr lang="en-US" sz="3400" dirty="0"/>
          </a:p>
        </p:txBody>
      </p:sp>
      <p:graphicFrame>
        <p:nvGraphicFramePr>
          <p:cNvPr id="3" name="Gráfico KPI 3" descr=""/>
          <p:cNvGraphicFramePr/>
          <p:nvPr/>
        </p:nvGraphicFramePr>
        <p:xfrm>
          <a:off x="457200" y="114300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valor actual"/>
          <p:cNvSpPr/>
          <p:nvPr/>
        </p:nvSpPr>
        <p:spPr>
          <a:xfrm>
            <a:off x="5212080" y="1143000"/>
            <a:ext cx="34747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0"/>
                </a:solidFill>
              </a:rPr>
              <a:t>VALOR ACTUAL</a:t>
            </a:r>
            <a:endParaRPr lang="en-US" sz="1100" dirty="0"/>
          </a:p>
        </p:txBody>
      </p:sp>
      <p:sp>
        <p:nvSpPr>
          <p:cNvPr id="6" name="Estado"/>
          <p:cNvSpPr/>
          <p:nvPr/>
        </p:nvSpPr>
        <p:spPr>
          <a:xfrm>
            <a:off x="7360920" y="1307592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71232" y="1252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490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[00%]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Meta: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[00%]  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Variación: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[±0 pts]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Hallazgos clave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8529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[Qué pasó en el periodo]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[Causa principal del resultado]</a:t>
            </a:r>
            <a:endParaRPr lang="en-US" sz="1400" dirty="0"/>
          </a:p>
        </p:txBody>
      </p:sp>
      <p:sp>
        <p:nvSpPr>
          <p:cNvPr id="12" name="Acción fondo"/>
          <p:cNvSpPr/>
          <p:nvPr/>
        </p:nvSpPr>
        <p:spPr>
          <a:xfrm>
            <a:off x="5212080" y="3794760"/>
            <a:ext cx="34747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3" name="Acción"/>
          <p:cNvSpPr txBox="1"/>
          <p:nvPr/>
        </p:nvSpPr>
        <p:spPr>
          <a:xfrm>
            <a:off x="539496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Acción: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[Qué haremos para mejorar o mantener el resultado]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KPI 4 · [Nombre del KPI]</a:t>
            </a:r>
            <a:endParaRPr lang="en-US" sz="3400" dirty="0"/>
          </a:p>
        </p:txBody>
      </p:sp>
      <p:graphicFrame>
        <p:nvGraphicFramePr>
          <p:cNvPr id="3" name="Gráfico KPI 4" descr=""/>
          <p:cNvGraphicFramePr/>
          <p:nvPr/>
        </p:nvGraphicFramePr>
        <p:xfrm>
          <a:off x="457200" y="114300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valor actual"/>
          <p:cNvSpPr/>
          <p:nvPr/>
        </p:nvSpPr>
        <p:spPr>
          <a:xfrm>
            <a:off x="5212080" y="1143000"/>
            <a:ext cx="34747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0"/>
                </a:solidFill>
              </a:rPr>
              <a:t>VALOR ACTUAL</a:t>
            </a:r>
            <a:endParaRPr lang="en-US" sz="1100" dirty="0"/>
          </a:p>
        </p:txBody>
      </p:sp>
      <p:sp>
        <p:nvSpPr>
          <p:cNvPr id="6" name="Estado"/>
          <p:cNvSpPr/>
          <p:nvPr/>
        </p:nvSpPr>
        <p:spPr>
          <a:xfrm>
            <a:off x="7360920" y="1307592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71232" y="1252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490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[00%]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Meta: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[00%]  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Variación: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[±0 pts]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Hallazgos clave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8529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[Qué pasó en el periodo]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[Causa principal del resultado]</a:t>
            </a:r>
            <a:endParaRPr lang="en-US" sz="1400" dirty="0"/>
          </a:p>
        </p:txBody>
      </p:sp>
      <p:sp>
        <p:nvSpPr>
          <p:cNvPr id="12" name="Acción fondo"/>
          <p:cNvSpPr/>
          <p:nvPr/>
        </p:nvSpPr>
        <p:spPr>
          <a:xfrm>
            <a:off x="5212080" y="3794760"/>
            <a:ext cx="34747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3" name="Acción"/>
          <p:cNvSpPr txBox="1"/>
          <p:nvPr/>
        </p:nvSpPr>
        <p:spPr>
          <a:xfrm>
            <a:off x="539496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Acción: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[Qué haremos para mejorar o mantener el resultado]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Logros y oportunidades de mejora</a:t>
            </a:r>
            <a:endParaRPr lang="en-US" sz="3400" dirty="0"/>
          </a:p>
        </p:txBody>
      </p:sp>
      <p:sp>
        <p:nvSpPr>
          <p:cNvPr id="3" name="Logros del periodo fondo"/>
          <p:cNvSpPr/>
          <p:nvPr/>
        </p:nvSpPr>
        <p:spPr>
          <a:xfrm>
            <a:off x="457200" y="1188720"/>
            <a:ext cx="397764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</p:spPr>
      </p:sp>
      <p:sp>
        <p:nvSpPr>
          <p:cNvPr id="4" name="Logros del periodo círculo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Logros del periodo ícono" descr="Logros del perio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17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Logros del periodo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[Logro 1 y su impacto]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[Logro 2 y su impacto]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[Reconocimiento al equipo o persona]</a:t>
            </a:r>
            <a:endParaRPr lang="en-US" sz="1500" dirty="0"/>
          </a:p>
        </p:txBody>
      </p:sp>
      <p:sp>
        <p:nvSpPr>
          <p:cNvPr id="8" name="Oportunidades de mejora fondo"/>
          <p:cNvSpPr/>
          <p:nvPr/>
        </p:nvSpPr>
        <p:spPr>
          <a:xfrm>
            <a:off x="4709160" y="1188720"/>
            <a:ext cx="397764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</p:spPr>
      </p:sp>
      <p:sp>
        <p:nvSpPr>
          <p:cNvPr id="9" name="Oportunidades de mejora círculo"/>
          <p:cNvSpPr/>
          <p:nvPr/>
        </p:nvSpPr>
        <p:spPr>
          <a:xfrm>
            <a:off x="498348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Oportunidades de mejora ícono" descr="Oportunidades de mejo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5270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17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Oportunidades de mejora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240280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[KPI en riesgo y por qué]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[Obstáculo detectado]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[Apoyo o recurso que se necesita]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Próximos pasos</a:t>
            </a:r>
            <a:endParaRPr lang="en-US" sz="3400" dirty="0"/>
          </a:p>
        </p:txBody>
      </p:sp>
      <p:sp>
        <p:nvSpPr>
          <p:cNvPr id="3" name="Conector pasos"/>
          <p:cNvSpPr/>
          <p:nvPr/>
        </p:nvSpPr>
        <p:spPr>
          <a:xfrm>
            <a:off x="1234440" y="1554480"/>
            <a:ext cx="5669280" cy="0"/>
          </a:xfrm>
          <a:prstGeom prst="line">
            <a:avLst/>
          </a:prstGeom>
          <a:noFill/>
          <a:ln w="25400">
            <a:solidFill>
              <a:srgbClr val="C9D6D4"/>
            </a:solidFill>
            <a:prstDash val="solid"/>
          </a:ln>
        </p:spPr>
      </p:sp>
      <p:sp>
        <p:nvSpPr>
          <p:cNvPr id="4" name="Paso 1 círculo"/>
          <p:cNvSpPr/>
          <p:nvPr/>
        </p:nvSpPr>
        <p:spPr>
          <a:xfrm>
            <a:off x="914400" y="123444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Paso 1 tarjeta"/>
          <p:cNvSpPr/>
          <p:nvPr/>
        </p:nvSpPr>
        <p:spPr>
          <a:xfrm>
            <a:off x="457200" y="210312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240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[Acción 1: qué se hará]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Responsable: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[Nombre]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Fecha límite: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[dd/mm/aaaa]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KPI impactado: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[KPI]</a:t>
            </a:r>
            <a:endParaRPr lang="en-US" sz="1400" dirty="0"/>
          </a:p>
        </p:txBody>
      </p:sp>
      <p:sp>
        <p:nvSpPr>
          <p:cNvPr id="9" name="Paso 2 círculo"/>
          <p:cNvSpPr/>
          <p:nvPr/>
        </p:nvSpPr>
        <p:spPr>
          <a:xfrm>
            <a:off x="3749040" y="123444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Paso 2 tarjeta"/>
          <p:cNvSpPr/>
          <p:nvPr/>
        </p:nvSpPr>
        <p:spPr>
          <a:xfrm>
            <a:off x="3291840" y="210312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0440" y="2240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[Acción 2: qué se hará]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Responsable: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[Nombre]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Fecha límite: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[dd/mm/aaaa]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KPI impactado: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[KPI]</a:t>
            </a:r>
            <a:endParaRPr lang="en-US" sz="1400" dirty="0"/>
          </a:p>
        </p:txBody>
      </p:sp>
      <p:sp>
        <p:nvSpPr>
          <p:cNvPr id="14" name="Paso 3 círculo"/>
          <p:cNvSpPr/>
          <p:nvPr/>
        </p:nvSpPr>
        <p:spPr>
          <a:xfrm>
            <a:off x="6583680" y="123444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Paso 3 tarjeta"/>
          <p:cNvSpPr/>
          <p:nvPr/>
        </p:nvSpPr>
        <p:spPr>
          <a:xfrm>
            <a:off x="6126480" y="210312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55080" y="2240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[Acción 3: qué se hará]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Responsable: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[Nombre]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Fecha límite: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[dd/mm/aaaa]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KPI impactado: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[KPI]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¿Preguntas?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Gracias · [Nombre del presentador] · [Correo o extensión]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PI Verde Azulado">
  <a:themeElements>
    <a:clrScheme name="KPI Verde Azulado">
      <a:dk1>
        <a:srgbClr val="1F2A2E"/>
      </a:dk1>
      <a:lt1>
        <a:srgbClr val="FFFFFF"/>
      </a:lt1>
      <a:dk2>
        <a:srgbClr val="0E3B43"/>
      </a:dk2>
      <a:lt2>
        <a:srgbClr val="EEF4F3"/>
      </a:lt2>
      <a:accent1>
        <a:srgbClr val="1A7F72"/>
      </a:accent1>
      <a:accent2>
        <a:srgbClr val="F2A541"/>
      </a:accent2>
      <a:accent3>
        <a:srgbClr val="2E9E5B"/>
      </a:accent3>
      <a:accent4>
        <a:srgbClr val="D64545"/>
      </a:accent4>
      <a:accent5>
        <a:srgbClr val="5B8C99"/>
      </a:accent5>
      <a:accent6>
        <a:srgbClr val="9AA5A8"/>
      </a:accent6>
      <a:hlink>
        <a:srgbClr val="1A7F72"/>
      </a:hlink>
      <a:folHlink>
        <a:srgbClr val="5B8C99"/>
      </a:folHlink>
    </a:clrScheme>
    <a:fontScheme name="KPI Verde Azulad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de KPIs</dc:title>
  <dc:subject>PptxGenJS Presentation</dc:subject>
  <dc:creator>Equipo</dc:creator>
  <cp:lastModifiedBy>Equipo</cp:lastModifiedBy>
  <cp:revision>1</cp:revision>
  <dcterms:created xsi:type="dcterms:W3CDTF">2026-10-06T09:31:48Z</dcterms:created>
  <dcterms:modified xsi:type="dcterms:W3CDTF">2026-10-06T09:31:48Z</dcterms:modified>
</cp:coreProperties>
</file>